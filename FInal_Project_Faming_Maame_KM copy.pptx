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8D99F-77EE-70E8-C75B-713FDC68EA6A}" v="3" dt="2025-11-06T09:33:28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03" autoAdjust="0"/>
    <p:restoredTop sz="94660"/>
  </p:normalViewPr>
  <p:slideViewPr>
    <p:cSldViewPr snapToGrid="0">
      <p:cViewPr>
        <p:scale>
          <a:sx n="117" d="100"/>
          <a:sy n="117" d="100"/>
        </p:scale>
        <p:origin x="58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523B-7879-413D-B974-4EA8BAD87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5677C-C4F4-4003-8081-2CA323FE8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BDFB6-B844-410B-871F-A9547EC7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EE92-8782-4771-BBA2-385EC3B1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C773E-0593-4E3E-A921-36876FFE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9C71CC2-94AB-45BF-B83B-6D0466401F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11" y="4160648"/>
            <a:ext cx="2337977" cy="20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7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FE9E-2EAE-47F7-9BCF-8CE66189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A83C7-1BAA-4632-825D-9DCD8B8E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E41AA-741F-4EC6-A497-D1DEB101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A5DD-EB46-4E38-9B93-2ED8D93D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6A07-A0C0-4565-90CD-83F9F70E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30AFC61-666A-4D08-AE3C-1B79355EEE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905" y="6176962"/>
            <a:ext cx="76036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1F54-45A7-436C-80E0-91459F5E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56C5C-9625-46C6-8DA5-CF58A2EE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031E8-BC8F-4753-ADB3-A0C48167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9F8A-1350-48EF-BD37-666B5D1E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9524A-BFD0-4E76-8617-E50C51C3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5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AE11-2AFB-47A4-890C-4991DBBD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517F6-26BF-477B-80F4-8E1AF6645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06272-9F06-4612-8B6C-5BF50CEC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1C4EC-9929-4DCE-8A0D-128E9BE0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DA14C-6B80-472E-AE8A-5D71B925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70449-5253-4B20-A1CC-AC367733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8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58E8-F72B-4C5B-B31E-C3907011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8A5-4B13-4A06-872D-F1A32326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C7779-F8D2-4F64-8095-FDFC56C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3D80E-A482-4598-B0B0-6FEE61ED8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45DEA-EBE2-463A-92B3-156809288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383A-BEA2-439D-9016-2DE50621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F060A-F869-4CFC-BEC9-436E45FD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742A3-A4B8-4F34-A226-2F317C64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1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7E50-68E4-4AEB-AD2D-D5ED555A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69AFB-C8BF-4C66-A4EA-4147AED4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05508-0742-43E9-BA29-7E405D3D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C142E-3D1A-427B-BA6B-7A453D4E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7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004DB-86FF-4B67-B3C9-DC35E0EC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352AE-C1A3-4B2F-8F0B-8EABFF9C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6BA80-BCAF-48E5-8D07-8A059E56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0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7D035-D8A0-4FC2-8F79-526FBF59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7B67-0FB4-4620-BBDF-658857E7B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D8C51-DF6F-46A4-9232-C9571447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AC53C-DB51-4743-9D99-B8CD2B25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BC3D-49AC-4011-B820-F3F7EA51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B0DDC-539E-4D00-84DA-89041EC6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BBC2-B05A-46ED-A241-BA9E3E88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BAD30-E81E-48D0-B564-9BBAA4409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F4405-7CFA-4985-B5B7-6189705A0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C5395-E644-4646-8327-ED7327EE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660FA-4807-411B-BA30-E201D828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83C1-EF9F-4823-A56C-8799FE4D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0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5838-557A-4543-B7AE-4E7E6298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BF8E1-259C-46CA-B233-0F947B7C7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B938-4651-49A6-AD85-87C5B7F2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E878-AAF8-481F-9EB6-7B3F33BB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BD8B-7F3E-4F5D-A953-76446966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2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DCDF4-4D7A-4375-A309-354D24F5A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73EB7-28A0-4361-9CDB-35C28ADE8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F066A-E6EE-4F7B-8FC5-BE9B2CAB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381A-C118-4E62-BF37-EA0EBD62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EB07-AD06-45B6-9855-C8B2A45E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6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978F9-BCFE-4189-A0A8-446CC99C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A654-BA2D-4FB0-851C-76683F8C5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C5A9-AB1C-4D1E-873E-AB223D54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1CC1C-E4D1-4E15-90A8-C95BF9B87F7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A757-4B5D-46F4-872F-32AE4B103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CE750-2D47-4D77-93E0-297723B38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F43C55-1C86-4C11-A83E-15C62D47465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6"/>
            <a:ext cx="1219200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9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9CD8-14E7-4A95-99DB-B02DBD937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129" y="868362"/>
            <a:ext cx="10668000" cy="2387600"/>
          </a:xfrm>
        </p:spPr>
        <p:txBody>
          <a:bodyPr/>
          <a:lstStyle/>
          <a:p>
            <a:r>
              <a:rPr lang="en-US" dirty="0"/>
              <a:t>MAAME AFUA S. KOME-MENSAH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35F16-4A24-4AED-8DB2-DAA4BCFBE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Web Tech Summer 2025 Final Exams</a:t>
            </a:r>
          </a:p>
        </p:txBody>
      </p:sp>
    </p:spTree>
    <p:extLst>
      <p:ext uri="{BB962C8B-B14F-4D97-AF65-F5344CB8AC3E}">
        <p14:creationId xmlns:p14="http://schemas.microsoft.com/office/powerpoint/2010/main" val="174109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F5CAFA-01D7-4C9A-B6E2-3E744EA7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286" y="3136604"/>
            <a:ext cx="10515600" cy="2852737"/>
          </a:xfrm>
        </p:spPr>
        <p:txBody>
          <a:bodyPr anchor="b">
            <a:noAutofit/>
          </a:bodyPr>
          <a:lstStyle/>
          <a:p>
            <a:r>
              <a:rPr lang="en-US" sz="3600" dirty="0"/>
              <a:t>Maame Afua is building ConsultEASE – a website that helps individuals interact with business consultants in our company without needing personal connections. 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It solves the frustrating search for professional advice by creating a simple platform where clients can easily book consultations, and consultants can have sessions with them to share structured guidance – all in one organized place</a:t>
            </a:r>
          </a:p>
        </p:txBody>
      </p:sp>
    </p:spTree>
    <p:extLst>
      <p:ext uri="{BB962C8B-B14F-4D97-AF65-F5344CB8AC3E}">
        <p14:creationId xmlns:p14="http://schemas.microsoft.com/office/powerpoint/2010/main" val="223872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3;p26">
            <a:extLst>
              <a:ext uri="{FF2B5EF4-FFF2-40B4-BE49-F238E27FC236}">
                <a16:creationId xmlns:a16="http://schemas.microsoft.com/office/drawing/2014/main" id="{57EC8ECB-684B-4A65-B563-F2A77E7CD0CA}"/>
              </a:ext>
            </a:extLst>
          </p:cNvPr>
          <p:cNvSpPr/>
          <p:nvPr/>
        </p:nvSpPr>
        <p:spPr>
          <a:xfrm>
            <a:off x="5356888" y="4159076"/>
            <a:ext cx="3494100" cy="19464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24;p26">
            <a:extLst>
              <a:ext uri="{FF2B5EF4-FFF2-40B4-BE49-F238E27FC236}">
                <a16:creationId xmlns:a16="http://schemas.microsoft.com/office/drawing/2014/main" id="{45854F39-C3A4-489F-B694-859EFBCDAE4E}"/>
              </a:ext>
            </a:extLst>
          </p:cNvPr>
          <p:cNvSpPr txBox="1"/>
          <p:nvPr/>
        </p:nvSpPr>
        <p:spPr>
          <a:xfrm>
            <a:off x="5414488" y="4297575"/>
            <a:ext cx="3378900" cy="1561500"/>
          </a:xfrm>
          <a:prstGeom prst="rect">
            <a:avLst/>
          </a:prstGeom>
          <a:solidFill>
            <a:schemeClr val="lt1">
              <a:alpha val="717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screen showing client’s dashboard that has an easy interface to see the different consultants you can book, and a card that allows you to quickly see all your appointments. There is also a nav bar that allows clients to access more features like the messaging tabs etc.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25;p26">
            <a:extLst>
              <a:ext uri="{FF2B5EF4-FFF2-40B4-BE49-F238E27FC236}">
                <a16:creationId xmlns:a16="http://schemas.microsoft.com/office/drawing/2014/main" id="{2EB20A92-289A-4F1B-83EA-557EBD087A84}"/>
              </a:ext>
            </a:extLst>
          </p:cNvPr>
          <p:cNvSpPr/>
          <p:nvPr/>
        </p:nvSpPr>
        <p:spPr>
          <a:xfrm>
            <a:off x="613950" y="42976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6;p26">
            <a:extLst>
              <a:ext uri="{FF2B5EF4-FFF2-40B4-BE49-F238E27FC236}">
                <a16:creationId xmlns:a16="http://schemas.microsoft.com/office/drawing/2014/main" id="{B6422191-D8D6-4EF8-AD22-99BAE3525359}"/>
              </a:ext>
            </a:extLst>
          </p:cNvPr>
          <p:cNvSpPr/>
          <p:nvPr/>
        </p:nvSpPr>
        <p:spPr>
          <a:xfrm>
            <a:off x="2985425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7;p26">
            <a:extLst>
              <a:ext uri="{FF2B5EF4-FFF2-40B4-BE49-F238E27FC236}">
                <a16:creationId xmlns:a16="http://schemas.microsoft.com/office/drawing/2014/main" id="{ECAEDEC5-3BA7-4814-897E-199FE3D53B02}"/>
              </a:ext>
            </a:extLst>
          </p:cNvPr>
          <p:cNvSpPr/>
          <p:nvPr/>
        </p:nvSpPr>
        <p:spPr>
          <a:xfrm>
            <a:off x="8875950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28;p26">
            <a:extLst>
              <a:ext uri="{FF2B5EF4-FFF2-40B4-BE49-F238E27FC236}">
                <a16:creationId xmlns:a16="http://schemas.microsoft.com/office/drawing/2014/main" id="{B0376552-4BDD-431F-A63E-87A711EAE56C}"/>
              </a:ext>
            </a:extLst>
          </p:cNvPr>
          <p:cNvSpPr txBox="1">
            <a:spLocks/>
          </p:cNvSpPr>
          <p:nvPr/>
        </p:nvSpPr>
        <p:spPr>
          <a:xfrm>
            <a:off x="0" y="549275"/>
            <a:ext cx="11360150" cy="8524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ConsultEase</a:t>
            </a:r>
          </a:p>
        </p:txBody>
      </p:sp>
      <p:sp>
        <p:nvSpPr>
          <p:cNvPr id="17" name="Google Shape;129;p26">
            <a:extLst>
              <a:ext uri="{FF2B5EF4-FFF2-40B4-BE49-F238E27FC236}">
                <a16:creationId xmlns:a16="http://schemas.microsoft.com/office/drawing/2014/main" id="{70D74D4C-F466-4D68-B611-FB3F56811959}"/>
              </a:ext>
            </a:extLst>
          </p:cNvPr>
          <p:cNvSpPr/>
          <p:nvPr/>
        </p:nvSpPr>
        <p:spPr>
          <a:xfrm>
            <a:off x="613950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ddd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30;p26">
            <a:extLst>
              <a:ext uri="{FF2B5EF4-FFF2-40B4-BE49-F238E27FC236}">
                <a16:creationId xmlns:a16="http://schemas.microsoft.com/office/drawing/2014/main" id="{89D1F58D-E1F6-4C92-A957-8FDF219B4EC6}"/>
              </a:ext>
            </a:extLst>
          </p:cNvPr>
          <p:cNvSpPr/>
          <p:nvPr/>
        </p:nvSpPr>
        <p:spPr>
          <a:xfrm>
            <a:off x="5342700" y="836025"/>
            <a:ext cx="3378900" cy="3184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31;p26">
            <a:extLst>
              <a:ext uri="{FF2B5EF4-FFF2-40B4-BE49-F238E27FC236}">
                <a16:creationId xmlns:a16="http://schemas.microsoft.com/office/drawing/2014/main" id="{72D1F283-2A04-4B78-8A09-3A40D4BBD068}"/>
              </a:ext>
            </a:extLst>
          </p:cNvPr>
          <p:cNvSpPr/>
          <p:nvPr/>
        </p:nvSpPr>
        <p:spPr>
          <a:xfrm>
            <a:off x="2978325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2;p26">
            <a:extLst>
              <a:ext uri="{FF2B5EF4-FFF2-40B4-BE49-F238E27FC236}">
                <a16:creationId xmlns:a16="http://schemas.microsoft.com/office/drawing/2014/main" id="{362BD806-9FF3-4E4F-99B8-E69451D993A2}"/>
              </a:ext>
            </a:extLst>
          </p:cNvPr>
          <p:cNvSpPr/>
          <p:nvPr/>
        </p:nvSpPr>
        <p:spPr>
          <a:xfrm>
            <a:off x="8839280" y="1663433"/>
            <a:ext cx="2317200" cy="2372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33;p26">
            <a:extLst>
              <a:ext uri="{FF2B5EF4-FFF2-40B4-BE49-F238E27FC236}">
                <a16:creationId xmlns:a16="http://schemas.microsoft.com/office/drawing/2014/main" id="{3F4E89E7-ABA2-466A-B1F8-0CA4BEBEDA3D}"/>
              </a:ext>
            </a:extLst>
          </p:cNvPr>
          <p:cNvSpPr txBox="1"/>
          <p:nvPr/>
        </p:nvSpPr>
        <p:spPr>
          <a:xfrm>
            <a:off x="659381" y="2107556"/>
            <a:ext cx="2294863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9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Clients: Individuals or businesses seeking professional consulting services.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9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Consultants: Certified professionals offering consulting services in various fields. They need to manage their availability, appointments, and client communications efficiently.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9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Administrators: Platform managers who oversee system operations, user management, and ensure smooth functioning of the platform.</a:t>
            </a:r>
            <a:endParaRPr sz="9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34;p26">
            <a:extLst>
              <a:ext uri="{FF2B5EF4-FFF2-40B4-BE49-F238E27FC236}">
                <a16:creationId xmlns:a16="http://schemas.microsoft.com/office/drawing/2014/main" id="{7FCFFFAA-E5F2-46D8-8DAA-857512D7D290}"/>
              </a:ext>
            </a:extLst>
          </p:cNvPr>
          <p:cNvSpPr txBox="1"/>
          <p:nvPr/>
        </p:nvSpPr>
        <p:spPr>
          <a:xfrm>
            <a:off x="3117573" y="1931531"/>
            <a:ext cx="1982403" cy="16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Difficulty accessing consulting advice in an organized manner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around consultant availability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 workload management for consultants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of digital trail for tracking problems and feedback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accessibility for people without time or resources to find consultants traditionally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Scattered communication across multiple platforms (emails, WhatsApp, etc.)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35;p26">
            <a:extLst>
              <a:ext uri="{FF2B5EF4-FFF2-40B4-BE49-F238E27FC236}">
                <a16:creationId xmlns:a16="http://schemas.microsoft.com/office/drawing/2014/main" id="{663C807B-3501-4A1A-B45B-BCE89ED53D86}"/>
              </a:ext>
            </a:extLst>
          </p:cNvPr>
          <p:cNvSpPr txBox="1"/>
          <p:nvPr/>
        </p:nvSpPr>
        <p:spPr>
          <a:xfrm>
            <a:off x="8909785" y="1441735"/>
            <a:ext cx="2364375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Clients: Can easily find and book consultants 24/7, communicate directly through the platform, track appointment history, and provide/receive feedback—all in one organized place.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Consultants: Better manage their availability and workload, reduce back-and-forth communication, maintain professional records of sessions, and access minimal analytics about their bookings.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Administrators: Have full oversight of platform operations, can ensure quality control, and access system-wide data for better decision-making.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Overall: The platform creates efficiency, transparency, and accessibility that didn't exist before.</a:t>
            </a:r>
            <a:endParaRPr sz="8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BCF16-DFD5-C75C-CCE0-BBDE450A12FA}"/>
              </a:ext>
            </a:extLst>
          </p:cNvPr>
          <p:cNvSpPr txBox="1"/>
          <p:nvPr/>
        </p:nvSpPr>
        <p:spPr>
          <a:xfrm>
            <a:off x="1134616" y="4762843"/>
            <a:ext cx="6224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dirty="0"/>
              <a:t>USERS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791D75-EAF9-0A36-1206-D6EA46C5957A}"/>
              </a:ext>
            </a:extLst>
          </p:cNvPr>
          <p:cNvSpPr txBox="1"/>
          <p:nvPr/>
        </p:nvSpPr>
        <p:spPr>
          <a:xfrm>
            <a:off x="3313128" y="4690659"/>
            <a:ext cx="1867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dirty="0"/>
              <a:t>PROBLEM SOLVED</a:t>
            </a:r>
          </a:p>
        </p:txBody>
      </p:sp>
      <p:pic>
        <p:nvPicPr>
          <p:cNvPr id="10" name="Picture 9" descr="A graph paper with writing on it&#10;&#10;AI-generated content may be incorrect.">
            <a:extLst>
              <a:ext uri="{FF2B5EF4-FFF2-40B4-BE49-F238E27FC236}">
                <a16:creationId xmlns:a16="http://schemas.microsoft.com/office/drawing/2014/main" id="{20EEEBE1-D6B3-CD1A-D537-D688A2E36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570" y="1028630"/>
            <a:ext cx="3171165" cy="28741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A7C5EB-E1A6-F17B-CB7A-BBF3EFD8A3C8}"/>
              </a:ext>
            </a:extLst>
          </p:cNvPr>
          <p:cNvSpPr txBox="1"/>
          <p:nvPr/>
        </p:nvSpPr>
        <p:spPr>
          <a:xfrm>
            <a:off x="9140247" y="4755159"/>
            <a:ext cx="1982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dirty="0"/>
              <a:t>WHY USERS ARE BETTER OFF</a:t>
            </a:r>
          </a:p>
        </p:txBody>
      </p:sp>
    </p:spTree>
    <p:extLst>
      <p:ext uri="{BB962C8B-B14F-4D97-AF65-F5344CB8AC3E}">
        <p14:creationId xmlns:p14="http://schemas.microsoft.com/office/powerpoint/2010/main" val="30792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AAEF-FFFC-4D02-8E01-39733404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ConsultEase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2002-6CD1-4A60-B873-4164CDE4C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ConsultEASE Platform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is a consultancy matchmaking service that connects Ghanaian business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owners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 business consultants in my consulting firm. Its purpose is to democratize access to professional business advice by removing networking barriers through technology.</a:t>
            </a:r>
          </a:p>
          <a:p>
            <a:pPr marL="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Services Provided: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Consultant discovery and matching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Appointment scheduling and management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Secure messaging between clients and consultants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Feedback feature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control (managing users, audit logs)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49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1E5B-DE47-39FA-A1EC-7DB2E7CC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37E0-4C03-2FA4-411C-E9D4E24E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/ Customer</a:t>
            </a:r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3542F427-C22E-53A5-4A9C-FF75D50BB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990041"/>
              </p:ext>
            </p:extLst>
          </p:nvPr>
        </p:nvGraphicFramePr>
        <p:xfrm>
          <a:off x="1872342" y="1889760"/>
          <a:ext cx="7881257" cy="2529840"/>
        </p:xfrm>
        <a:graphic>
          <a:graphicData uri="http://schemas.openxmlformats.org/drawingml/2006/table">
            <a:tbl>
              <a:tblPr/>
              <a:tblGrid>
                <a:gridCol w="3094404">
                  <a:extLst>
                    <a:ext uri="{9D8B030D-6E8A-4147-A177-3AD203B41FA5}">
                      <a16:colId xmlns:a16="http://schemas.microsoft.com/office/drawing/2014/main" val="2967846723"/>
                    </a:ext>
                  </a:extLst>
                </a:gridCol>
                <a:gridCol w="4786853">
                  <a:extLst>
                    <a:ext uri="{9D8B030D-6E8A-4147-A177-3AD203B41FA5}">
                      <a16:colId xmlns:a16="http://schemas.microsoft.com/office/drawing/2014/main" val="37377362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Clients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Business owners who book consultations to get professional advice for their companies.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62795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Consultants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Experts from ConsultEase who offer their business advice through scheduled sessions and provide structured feedback.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15531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Administrators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Platform managers who oversee all users, approve users , and ensure system integrity.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297"/>
                  </a:ext>
                </a:extLst>
              </a:tr>
            </a:tbl>
          </a:graphicData>
        </a:graphic>
      </p:graphicFrame>
      <p:sp>
        <p:nvSpPr>
          <p:cNvPr id="85" name="Rectangle 77">
            <a:extLst>
              <a:ext uri="{FF2B5EF4-FFF2-40B4-BE49-F238E27FC236}">
                <a16:creationId xmlns:a16="http://schemas.microsoft.com/office/drawing/2014/main" id="{8177C28C-D6F3-A64F-E0EC-FC8EBB83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201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4966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30D1-743D-4000-9929-9878F282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 of the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E113-BC91-4D17-8467-AD7ACB60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1. CONSULTANT DISCOVERY SYSTEM : Browse verified experts without personal connections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2. TRANSPARENT AVAILABILITY CALENDAR: Book real time slots with a live calendar, preventing past date and time bookings (GMT)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3. ONE-CLICK BOOKING SYSTEM: Reserve sessions instantly with confirmed time slots without double booking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INTEGRATED MESSAGING: Secure communication within the platform between clients and consultants </a:t>
            </a:r>
          </a:p>
        </p:txBody>
      </p:sp>
    </p:spTree>
    <p:extLst>
      <p:ext uri="{BB962C8B-B14F-4D97-AF65-F5344CB8AC3E}">
        <p14:creationId xmlns:p14="http://schemas.microsoft.com/office/powerpoint/2010/main" val="353737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52F8-B842-F521-9C17-25E11626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2430-E21F-90F8-DB59-27F07E90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E44BE8-4A23-EC34-568A-1053724A4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312" y="365124"/>
            <a:ext cx="6274974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7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A3ED8D-AF15-F237-A823-BCF25A781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402"/>
            <a:ext cx="12191999" cy="65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0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923D41"/>
      </a:dk2>
      <a:lt2>
        <a:srgbClr val="AAC3EC"/>
      </a:lt2>
      <a:accent1>
        <a:srgbClr val="4472C4"/>
      </a:accent1>
      <a:accent2>
        <a:srgbClr val="C56728"/>
      </a:accent2>
      <a:accent3>
        <a:srgbClr val="A5A5A5"/>
      </a:accent3>
      <a:accent4>
        <a:srgbClr val="FFC000"/>
      </a:accent4>
      <a:accent5>
        <a:srgbClr val="5B9BD5"/>
      </a:accent5>
      <a:accent6>
        <a:srgbClr val="C09B74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3679034-79EA-4C15-9A71-1EF1E1074EAF}" vid="{7FD254AA-BBEA-4868-8697-6021C48FEDD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526</Words>
  <Application>Microsoft Macintosh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MAAME AFUA S. KOME-MENSAH</vt:lpstr>
      <vt:lpstr>Maame Afua is building ConsultEASE – a website that helps individuals interact with business consultants in our company without needing personal connections.   It solves the frustrating search for professional advice by creating a simple platform where clients can easily book consultations, and consultants can have sessions with them to share structured guidance – all in one organized place</vt:lpstr>
      <vt:lpstr>PowerPoint Presentation</vt:lpstr>
      <vt:lpstr>About ConsultEase</vt:lpstr>
      <vt:lpstr>User / Customer</vt:lpstr>
      <vt:lpstr>Main Functions of the Website</vt:lpstr>
      <vt:lpstr>Architecture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&lt;Letter&gt;</dc:title>
  <dc:creator>Todd Warren</dc:creator>
  <cp:lastModifiedBy>Maame Afua Sarpong Kome-Mensah</cp:lastModifiedBy>
  <cp:revision>24</cp:revision>
  <dcterms:created xsi:type="dcterms:W3CDTF">2020-09-23T20:07:55Z</dcterms:created>
  <dcterms:modified xsi:type="dcterms:W3CDTF">2025-12-18T19:00:42Z</dcterms:modified>
</cp:coreProperties>
</file>