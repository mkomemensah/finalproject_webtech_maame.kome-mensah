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1" r:id="rId7"/>
    <p:sldId id="26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58D99F-77EE-70E8-C75B-713FDC68EA6A}" v="3" dt="2025-11-06T09:33:28.7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7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27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9523B-7879-413D-B974-4EA8BAD871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25677C-C4F4-4003-8081-2CA323FE87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EBDFB6-B844-410B-871F-A9547EC77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1CC1C-E4D1-4E15-90A8-C95BF9B87F70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5EE92-8782-4771-BBA2-385EC3B1C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FC773E-0593-4E3E-A921-36876FFE5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122ED-C147-4045-89CD-7A79E332317A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picture containing food&#10;&#10;Description automatically generated">
            <a:extLst>
              <a:ext uri="{FF2B5EF4-FFF2-40B4-BE49-F238E27FC236}">
                <a16:creationId xmlns:a16="http://schemas.microsoft.com/office/drawing/2014/main" id="{C9C71CC2-94AB-45BF-B83B-6D0466401F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7011" y="4160648"/>
            <a:ext cx="2337977" cy="2094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3799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7FE9E-2EAE-47F7-9BCF-8CE661893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DA83C7-1BAA-4632-825D-9DCD8B8E62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7E41AA-741F-4EC6-A497-D1DEB1011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1CC1C-E4D1-4E15-90A8-C95BF9B87F70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66A5DD-EB46-4E38-9B93-2ED8D93DF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5B6A07-A0C0-4565-90CD-83F9F70E5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122ED-C147-4045-89CD-7A79E332317A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picture containing food&#10;&#10;Description automatically generated">
            <a:extLst>
              <a:ext uri="{FF2B5EF4-FFF2-40B4-BE49-F238E27FC236}">
                <a16:creationId xmlns:a16="http://schemas.microsoft.com/office/drawing/2014/main" id="{C30AFC61-666A-4D08-AE3C-1B79355EEE5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0905" y="6176962"/>
            <a:ext cx="760362" cy="681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7021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21F54-45A7-436C-80E0-91459F5EB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856C5C-9625-46C6-8DA5-CF58A2EE5F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9031E8-BC8F-4753-ADB3-A0C481673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1CC1C-E4D1-4E15-90A8-C95BF9B87F70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239F8A-1350-48EF-BD37-666B5D1EF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09524A-BFD0-4E76-8617-E50C51C35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122ED-C147-4045-89CD-7A79E3323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4567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2AE11-2AFB-47A4-890C-4991DBBD2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0517F6-26BF-477B-80F4-8E1AF66459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706272-9F06-4612-8B6C-5BF50CEC5F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41C4EC-9929-4DCE-8A0D-128E9BE0D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1CC1C-E4D1-4E15-90A8-C95BF9B87F70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EDA14C-6B80-472E-AE8A-5D71B925C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770449-5253-4B20-A1CC-AC3677333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122ED-C147-4045-89CD-7A79E3323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8885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D58E8-F72B-4C5B-B31E-C39070112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EEA8A5-4B13-4A06-872D-F1A3232627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5C7779-F8D2-4F64-8095-FDFC56CDB0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13D80E-A482-4598-B0B0-6FEE61ED80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345DEA-EBE2-463A-92B3-1568092887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32383A-BEA2-439D-9016-2DE5062144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1CC1C-E4D1-4E15-90A8-C95BF9B87F70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DF060A-F869-4CFC-BEC9-436E45FDC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F742A3-A4B8-4F34-A226-2F317C64C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122ED-C147-4045-89CD-7A79E3323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3121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B7E50-68E4-4AEB-AD2D-D5ED555A3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B69AFB-C8BF-4C66-A4EA-4147AED45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1CC1C-E4D1-4E15-90A8-C95BF9B87F70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105508-0742-43E9-BA29-7E405D3D4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3C142E-3D1A-427B-BA6B-7A453D4E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122ED-C147-4045-89CD-7A79E3323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9170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6004DB-86FF-4B67-B3C9-DC35E0ECD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1CC1C-E4D1-4E15-90A8-C95BF9B87F70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6352AE-C1A3-4B2F-8F0B-8EABFF9C55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06BA80-BCAF-48E5-8D07-8A059E560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122ED-C147-4045-89CD-7A79E3323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406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7D035-D8A0-4FC2-8F79-526FBF59B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7F7B67-0FB4-4620-BBDF-658857E7B5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D8C51-DF6F-46A4-9232-C95714472E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4AC53C-DB51-4743-9D99-B8CD2B252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1CC1C-E4D1-4E15-90A8-C95BF9B87F70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4DBC3D-49AC-4011-B820-F3F7EA518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9B0DDC-539E-4D00-84DA-89041EC64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122ED-C147-4045-89CD-7A79E3323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79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DBBC2-B05A-46ED-A241-BA9E3E880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B6BAD30-E81E-48D0-B564-9BBAA44091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0F4405-7CFA-4985-B5B7-6189705A0A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DC5395-E644-4646-8327-ED7327EE5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1CC1C-E4D1-4E15-90A8-C95BF9B87F70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0660FA-4807-411B-BA30-E201D8286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283C1-EF9F-4823-A56C-8799FE4DC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122ED-C147-4045-89CD-7A79E3323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709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D5838-557A-4543-B7AE-4E7E62989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3BF8E1-259C-46CA-B233-0F947B7C7B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ADB938-4651-49A6-AD85-87C5B7F2D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1CC1C-E4D1-4E15-90A8-C95BF9B87F70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DE878-AAF8-481F-9EB6-7B3F33BB3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72BD8B-7F3E-4F5D-A953-764469667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122ED-C147-4045-89CD-7A79E3323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0290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EDDCDF4-4D7A-4375-A309-354D24F5A7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573EB7-28A0-4361-9CDB-35C28ADE8A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1F066A-E6EE-4F7B-8FC5-BE9B2CAB1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1CC1C-E4D1-4E15-90A8-C95BF9B87F70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6381A-C118-4E62-BF37-EA0EBD626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CEB07-AD06-45B6-9855-C8B2A45EE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122ED-C147-4045-89CD-7A79E3323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5689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7978F9-BCFE-4189-A0A8-446CC99C0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51A654-BA2D-4FB0-851C-76683F8C5A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05C5A9-AB1C-4D1E-873E-AB223D54F2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11CC1C-E4D1-4E15-90A8-C95BF9B87F70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A9A757-4B5D-46F4-872F-32AE4B103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CCE750-2D47-4D77-93E0-297723B38C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C122ED-C147-4045-89CD-7A79E332317A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F43C55-1C86-4C11-A83E-15C62D474657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56"/>
            <a:ext cx="1219200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795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D9CD8-14E7-4A95-99DB-B02DBD937A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43129" y="868362"/>
            <a:ext cx="10668000" cy="2387600"/>
          </a:xfrm>
        </p:spPr>
        <p:txBody>
          <a:bodyPr/>
          <a:lstStyle/>
          <a:p>
            <a:r>
              <a:rPr lang="en-US" dirty="0"/>
              <a:t>MAAME AFUA S. KOME-MENSAH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535F16-4A24-4AED-8DB2-DAA4BCFBE2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Web Tech Summer 2025 Final Exams</a:t>
            </a:r>
          </a:p>
        </p:txBody>
      </p:sp>
    </p:spTree>
    <p:extLst>
      <p:ext uri="{BB962C8B-B14F-4D97-AF65-F5344CB8AC3E}">
        <p14:creationId xmlns:p14="http://schemas.microsoft.com/office/powerpoint/2010/main" val="1741095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F5CAFA-01D7-4C9A-B6E2-3E744EA7D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2286" y="3136604"/>
            <a:ext cx="10515600" cy="2852737"/>
          </a:xfrm>
        </p:spPr>
        <p:txBody>
          <a:bodyPr anchor="b">
            <a:noAutofit/>
          </a:bodyPr>
          <a:lstStyle/>
          <a:p>
            <a:r>
              <a:rPr lang="en-US" sz="3600" dirty="0"/>
              <a:t>Maame Afua is building ConsultEASE – a website that helps individuals interact with business consultants in our company without needing personal connections. </a:t>
            </a:r>
            <a:br>
              <a:rPr lang="en-US" sz="3600" dirty="0"/>
            </a:br>
            <a:br>
              <a:rPr lang="en-US" sz="3600" dirty="0"/>
            </a:br>
            <a:r>
              <a:rPr lang="en-US" sz="3600" dirty="0"/>
              <a:t>It solves the frustrating search for professional advice by creating a simple platform where clients can easily book consultations, and consultants can have sessions with them to share structured guidance – all in one organized place</a:t>
            </a:r>
          </a:p>
        </p:txBody>
      </p:sp>
    </p:spTree>
    <p:extLst>
      <p:ext uri="{BB962C8B-B14F-4D97-AF65-F5344CB8AC3E}">
        <p14:creationId xmlns:p14="http://schemas.microsoft.com/office/powerpoint/2010/main" val="22387248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23;p26">
            <a:extLst>
              <a:ext uri="{FF2B5EF4-FFF2-40B4-BE49-F238E27FC236}">
                <a16:creationId xmlns:a16="http://schemas.microsoft.com/office/drawing/2014/main" id="{57EC8ECB-684B-4A65-B563-F2A77E7CD0CA}"/>
              </a:ext>
            </a:extLst>
          </p:cNvPr>
          <p:cNvSpPr/>
          <p:nvPr/>
        </p:nvSpPr>
        <p:spPr>
          <a:xfrm>
            <a:off x="5356888" y="4159076"/>
            <a:ext cx="3494100" cy="1946400"/>
          </a:xfrm>
          <a:prstGeom prst="rect">
            <a:avLst/>
          </a:prstGeom>
          <a:noFill/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124;p26">
            <a:extLst>
              <a:ext uri="{FF2B5EF4-FFF2-40B4-BE49-F238E27FC236}">
                <a16:creationId xmlns:a16="http://schemas.microsoft.com/office/drawing/2014/main" id="{45854F39-C3A4-489F-B694-859EFBCDAE4E}"/>
              </a:ext>
            </a:extLst>
          </p:cNvPr>
          <p:cNvSpPr txBox="1"/>
          <p:nvPr/>
        </p:nvSpPr>
        <p:spPr>
          <a:xfrm>
            <a:off x="5414488" y="4297575"/>
            <a:ext cx="3378900" cy="1561500"/>
          </a:xfrm>
          <a:prstGeom prst="rect">
            <a:avLst/>
          </a:prstGeom>
          <a:solidFill>
            <a:schemeClr val="lt1">
              <a:alpha val="7176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Draw screen showing client’s dashboard that has an easy interface to see the different consultants you can book, and a card that allows you to quickly see all your appointments. There is also a nav bar that allows clients to access more features like the messaging tabs etc.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125;p26">
            <a:extLst>
              <a:ext uri="{FF2B5EF4-FFF2-40B4-BE49-F238E27FC236}">
                <a16:creationId xmlns:a16="http://schemas.microsoft.com/office/drawing/2014/main" id="{2EB20A92-289A-4F1B-83EA-557EBD087A84}"/>
              </a:ext>
            </a:extLst>
          </p:cNvPr>
          <p:cNvSpPr/>
          <p:nvPr/>
        </p:nvSpPr>
        <p:spPr>
          <a:xfrm>
            <a:off x="613950" y="4297675"/>
            <a:ext cx="2246700" cy="1669200"/>
          </a:xfrm>
          <a:prstGeom prst="rect">
            <a:avLst/>
          </a:prstGeom>
          <a:noFill/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26;p26">
            <a:extLst>
              <a:ext uri="{FF2B5EF4-FFF2-40B4-BE49-F238E27FC236}">
                <a16:creationId xmlns:a16="http://schemas.microsoft.com/office/drawing/2014/main" id="{B6422191-D8D6-4EF8-AD22-99BAE3525359}"/>
              </a:ext>
            </a:extLst>
          </p:cNvPr>
          <p:cNvSpPr/>
          <p:nvPr/>
        </p:nvSpPr>
        <p:spPr>
          <a:xfrm>
            <a:off x="2985425" y="4297575"/>
            <a:ext cx="2246700" cy="1669200"/>
          </a:xfrm>
          <a:prstGeom prst="rect">
            <a:avLst/>
          </a:prstGeom>
          <a:noFill/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27;p26">
            <a:extLst>
              <a:ext uri="{FF2B5EF4-FFF2-40B4-BE49-F238E27FC236}">
                <a16:creationId xmlns:a16="http://schemas.microsoft.com/office/drawing/2014/main" id="{ECAEDEC5-3BA7-4814-897E-199FE3D53B02}"/>
              </a:ext>
            </a:extLst>
          </p:cNvPr>
          <p:cNvSpPr/>
          <p:nvPr/>
        </p:nvSpPr>
        <p:spPr>
          <a:xfrm>
            <a:off x="8875950" y="4297575"/>
            <a:ext cx="2246700" cy="1669200"/>
          </a:xfrm>
          <a:prstGeom prst="rect">
            <a:avLst/>
          </a:prstGeom>
          <a:noFill/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28;p26">
            <a:extLst>
              <a:ext uri="{FF2B5EF4-FFF2-40B4-BE49-F238E27FC236}">
                <a16:creationId xmlns:a16="http://schemas.microsoft.com/office/drawing/2014/main" id="{B0376552-4BDD-431F-A63E-87A711EAE56C}"/>
              </a:ext>
            </a:extLst>
          </p:cNvPr>
          <p:cNvSpPr txBox="1">
            <a:spLocks/>
          </p:cNvSpPr>
          <p:nvPr/>
        </p:nvSpPr>
        <p:spPr>
          <a:xfrm>
            <a:off x="0" y="549275"/>
            <a:ext cx="11360150" cy="85248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ConsultEase</a:t>
            </a:r>
          </a:p>
        </p:txBody>
      </p:sp>
      <p:sp>
        <p:nvSpPr>
          <p:cNvPr id="17" name="Google Shape;129;p26">
            <a:extLst>
              <a:ext uri="{FF2B5EF4-FFF2-40B4-BE49-F238E27FC236}">
                <a16:creationId xmlns:a16="http://schemas.microsoft.com/office/drawing/2014/main" id="{70D74D4C-F466-4D68-B611-FB3F56811959}"/>
              </a:ext>
            </a:extLst>
          </p:cNvPr>
          <p:cNvSpPr/>
          <p:nvPr/>
        </p:nvSpPr>
        <p:spPr>
          <a:xfrm>
            <a:off x="613950" y="1776550"/>
            <a:ext cx="2246700" cy="23514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ddd</a:t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30;p26">
            <a:extLst>
              <a:ext uri="{FF2B5EF4-FFF2-40B4-BE49-F238E27FC236}">
                <a16:creationId xmlns:a16="http://schemas.microsoft.com/office/drawing/2014/main" id="{89D1F58D-E1F6-4C92-A957-8FDF219B4EC6}"/>
              </a:ext>
            </a:extLst>
          </p:cNvPr>
          <p:cNvSpPr/>
          <p:nvPr/>
        </p:nvSpPr>
        <p:spPr>
          <a:xfrm>
            <a:off x="5342700" y="836025"/>
            <a:ext cx="3378900" cy="31845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131;p26">
            <a:extLst>
              <a:ext uri="{FF2B5EF4-FFF2-40B4-BE49-F238E27FC236}">
                <a16:creationId xmlns:a16="http://schemas.microsoft.com/office/drawing/2014/main" id="{72D1F283-2A04-4B78-8A09-3A40D4BBD068}"/>
              </a:ext>
            </a:extLst>
          </p:cNvPr>
          <p:cNvSpPr/>
          <p:nvPr/>
        </p:nvSpPr>
        <p:spPr>
          <a:xfrm>
            <a:off x="2978325" y="1776550"/>
            <a:ext cx="2246700" cy="23514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132;p26">
            <a:extLst>
              <a:ext uri="{FF2B5EF4-FFF2-40B4-BE49-F238E27FC236}">
                <a16:creationId xmlns:a16="http://schemas.microsoft.com/office/drawing/2014/main" id="{362BD806-9FF3-4E4F-99B8-E69451D993A2}"/>
              </a:ext>
            </a:extLst>
          </p:cNvPr>
          <p:cNvSpPr/>
          <p:nvPr/>
        </p:nvSpPr>
        <p:spPr>
          <a:xfrm>
            <a:off x="8839280" y="1663433"/>
            <a:ext cx="2317200" cy="23724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133;p26">
            <a:extLst>
              <a:ext uri="{FF2B5EF4-FFF2-40B4-BE49-F238E27FC236}">
                <a16:creationId xmlns:a16="http://schemas.microsoft.com/office/drawing/2014/main" id="{3F4E89E7-ABA2-466A-B1F8-0CA4BEBEDA3D}"/>
              </a:ext>
            </a:extLst>
          </p:cNvPr>
          <p:cNvSpPr txBox="1"/>
          <p:nvPr/>
        </p:nvSpPr>
        <p:spPr>
          <a:xfrm>
            <a:off x="659381" y="2107556"/>
            <a:ext cx="2294863" cy="12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900" i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Clients: Individuals or businesses seeking professional consulting services. 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900" i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Consultants: Certified professionals offering consulting services in various fields. They need to manage their availability, appointments, and client communications efficiently.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900" i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Administrators: Platform managers who oversee system operations, user management, and ensure smooth functioning of the platform.</a:t>
            </a:r>
            <a:endParaRPr sz="900" i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134;p26">
            <a:extLst>
              <a:ext uri="{FF2B5EF4-FFF2-40B4-BE49-F238E27FC236}">
                <a16:creationId xmlns:a16="http://schemas.microsoft.com/office/drawing/2014/main" id="{7FCFFFAA-E5F2-46D8-8DAA-857512D7D290}"/>
              </a:ext>
            </a:extLst>
          </p:cNvPr>
          <p:cNvSpPr txBox="1"/>
          <p:nvPr/>
        </p:nvSpPr>
        <p:spPr>
          <a:xfrm>
            <a:off x="3117573" y="1931531"/>
            <a:ext cx="1982403" cy="16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sz="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sz="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Difficulty accessing consulting advice in an organized manner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Confusion around consultant availability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Poor workload management for consultants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Lack of digital trail for tracking problems and feedback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Limited accessibility for people without time or resources to find consultants traditionally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Scattered communication across multiple platforms (emails, WhatsApp, etc.)</a:t>
            </a:r>
            <a:endParaRPr sz="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135;p26">
            <a:extLst>
              <a:ext uri="{FF2B5EF4-FFF2-40B4-BE49-F238E27FC236}">
                <a16:creationId xmlns:a16="http://schemas.microsoft.com/office/drawing/2014/main" id="{663C807B-3501-4A1A-B45B-BCE89ED53D86}"/>
              </a:ext>
            </a:extLst>
          </p:cNvPr>
          <p:cNvSpPr txBox="1"/>
          <p:nvPr/>
        </p:nvSpPr>
        <p:spPr>
          <a:xfrm>
            <a:off x="8909785" y="1441735"/>
            <a:ext cx="2364375" cy="12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sz="1200" i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sz="1200" i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800" i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Clients: Can easily find and book consultants 24/7, communicate directly through the platform, track appointment history, and provide/receive feedback—all in one organized place.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800" i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Consultants: Better manage their availability and workload, reduce back-and-forth communication, maintain professional records of sessions, and access minimal analytics about their bookings.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800" i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Administrators: Have full oversight of platform operations, can ensure quality control, and access system-wide data for better decision-making.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i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Overall: The platform creates efficiency, transparency, and accessibility that didn't exist before.</a:t>
            </a:r>
            <a:endParaRPr sz="800" i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BBCF16-DFD5-C75C-CCE0-BBDE450A12FA}"/>
              </a:ext>
            </a:extLst>
          </p:cNvPr>
          <p:cNvSpPr txBox="1"/>
          <p:nvPr/>
        </p:nvSpPr>
        <p:spPr>
          <a:xfrm>
            <a:off x="1134616" y="4762843"/>
            <a:ext cx="62249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H" dirty="0"/>
              <a:t>USERS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791D75-EAF9-0A36-1206-D6EA46C5957A}"/>
              </a:ext>
            </a:extLst>
          </p:cNvPr>
          <p:cNvSpPr txBox="1"/>
          <p:nvPr/>
        </p:nvSpPr>
        <p:spPr>
          <a:xfrm>
            <a:off x="3313128" y="4690659"/>
            <a:ext cx="18679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H" dirty="0"/>
              <a:t>PROBLEM SOLVED</a:t>
            </a:r>
          </a:p>
        </p:txBody>
      </p:sp>
      <p:pic>
        <p:nvPicPr>
          <p:cNvPr id="10" name="Picture 9" descr="A graph paper with writing on it&#10;&#10;AI-generated content may be incorrect.">
            <a:extLst>
              <a:ext uri="{FF2B5EF4-FFF2-40B4-BE49-F238E27FC236}">
                <a16:creationId xmlns:a16="http://schemas.microsoft.com/office/drawing/2014/main" id="{20EEEBE1-D6B3-CD1A-D537-D688A2E36A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6570" y="1028630"/>
            <a:ext cx="3171165" cy="287411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EA7C5EB-E1A6-F17B-CB7A-BBF3EFD8A3C8}"/>
              </a:ext>
            </a:extLst>
          </p:cNvPr>
          <p:cNvSpPr txBox="1"/>
          <p:nvPr/>
        </p:nvSpPr>
        <p:spPr>
          <a:xfrm>
            <a:off x="9140247" y="4755159"/>
            <a:ext cx="198240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H" dirty="0"/>
              <a:t>WHY USERS ARE BETTER OFF</a:t>
            </a:r>
          </a:p>
        </p:txBody>
      </p:sp>
    </p:spTree>
    <p:extLst>
      <p:ext uri="{BB962C8B-B14F-4D97-AF65-F5344CB8AC3E}">
        <p14:creationId xmlns:p14="http://schemas.microsoft.com/office/powerpoint/2010/main" val="30792425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4AAEF-FFFC-4D02-8E01-39733404A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ConsultEase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42002-6CD1-4A60-B873-4164CDE4C0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ConsultEASE Platform</a:t>
            </a:r>
          </a:p>
          <a:p>
            <a:pPr marL="0" indent="0">
              <a:buNone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This is a consultancy matchmaking service that connects Ghanaian business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owners 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with business consultants in my consulting firm. Its purpose is to democratize access to professional business advice by removing networking barriers through technology.</a:t>
            </a:r>
          </a:p>
          <a:p>
            <a:pPr marL="0" indent="0"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Services Provided:</a:t>
            </a:r>
          </a:p>
          <a:p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Consultant discovery and matching</a:t>
            </a:r>
          </a:p>
          <a:p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Appointment scheduling and management</a:t>
            </a:r>
          </a:p>
          <a:p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Secure messaging between clients and consultants</a:t>
            </a:r>
          </a:p>
          <a:p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Feedback feature 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Admin control (managing users, audit logs)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3497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31E5B-DE47-39FA-A1EC-7DB2E7CC8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A37E0-4C03-2FA4-411C-E9D4E24ED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/ Customer</a:t>
            </a:r>
          </a:p>
        </p:txBody>
      </p:sp>
      <p:graphicFrame>
        <p:nvGraphicFramePr>
          <p:cNvPr id="84" name="Table 83">
            <a:extLst>
              <a:ext uri="{FF2B5EF4-FFF2-40B4-BE49-F238E27FC236}">
                <a16:creationId xmlns:a16="http://schemas.microsoft.com/office/drawing/2014/main" id="{3542F427-C22E-53A5-4A9C-FF75D50BB9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990041"/>
              </p:ext>
            </p:extLst>
          </p:nvPr>
        </p:nvGraphicFramePr>
        <p:xfrm>
          <a:off x="1872342" y="1889760"/>
          <a:ext cx="7881257" cy="2529840"/>
        </p:xfrm>
        <a:graphic>
          <a:graphicData uri="http://schemas.openxmlformats.org/drawingml/2006/table">
            <a:tbl>
              <a:tblPr/>
              <a:tblGrid>
                <a:gridCol w="3094404">
                  <a:extLst>
                    <a:ext uri="{9D8B030D-6E8A-4147-A177-3AD203B41FA5}">
                      <a16:colId xmlns:a16="http://schemas.microsoft.com/office/drawing/2014/main" val="2967846723"/>
                    </a:ext>
                  </a:extLst>
                </a:gridCol>
                <a:gridCol w="4786853">
                  <a:extLst>
                    <a:ext uri="{9D8B030D-6E8A-4147-A177-3AD203B41FA5}">
                      <a16:colId xmlns:a16="http://schemas.microsoft.com/office/drawing/2014/main" val="373773629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GB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Clients</a:t>
                      </a:r>
                      <a:endParaRPr lang="en-GB" sz="18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R="152400" marT="101600" marB="1016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GB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Business owners who book consultations to get professional advice for their companies.</a:t>
                      </a:r>
                      <a:endParaRPr lang="en-GB" sz="18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52400" marT="101600" marB="1016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062795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GB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Consultants</a:t>
                      </a:r>
                      <a:endParaRPr lang="en-GB" sz="18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R="152400" marT="101600" marB="1016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GB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Experts from ConsultEase who offer their business advice through scheduled sessions and provide structured feedback.</a:t>
                      </a:r>
                      <a:endParaRPr lang="en-GB" sz="18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52400" marT="101600" marB="1016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015531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GB" sz="1800" b="1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Administrators</a:t>
                      </a:r>
                      <a:endParaRPr lang="en-GB" sz="18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R="152400" marT="101600" marB="1016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GB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Platform managers who oversee all users, approve users , and ensure system integrity.</a:t>
                      </a:r>
                      <a:endParaRPr lang="en-GB" sz="18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52400" marT="101600" marB="1016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69297"/>
                  </a:ext>
                </a:extLst>
              </a:tr>
            </a:tbl>
          </a:graphicData>
        </a:graphic>
      </p:graphicFrame>
      <p:sp>
        <p:nvSpPr>
          <p:cNvPr id="85" name="Rectangle 77">
            <a:extLst>
              <a:ext uri="{FF2B5EF4-FFF2-40B4-BE49-F238E27FC236}">
                <a16:creationId xmlns:a16="http://schemas.microsoft.com/office/drawing/2014/main" id="{8177C28C-D6F3-A64F-E0EC-FC8EBB8338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4200" y="3201988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GH"/>
          </a:p>
        </p:txBody>
      </p:sp>
    </p:spTree>
    <p:extLst>
      <p:ext uri="{BB962C8B-B14F-4D97-AF65-F5344CB8AC3E}">
        <p14:creationId xmlns:p14="http://schemas.microsoft.com/office/powerpoint/2010/main" val="4496686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730D1-743D-4000-9929-9878F282E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 Functions of the Website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74E113-BC91-4D17-8467-AD7ACB6061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/>
              <a:t>1. CONSULTANT DISCOVERY SYSTEM : Browse verified experts without personal connections</a:t>
            </a:r>
          </a:p>
          <a:p>
            <a:endParaRPr lang="en-US" sz="2400" dirty="0"/>
          </a:p>
          <a:p>
            <a:pPr marL="0" indent="0">
              <a:buNone/>
            </a:pPr>
            <a:r>
              <a:rPr lang="en-US" sz="2400" dirty="0"/>
              <a:t>2. TRANSPARENT AVAILABILITY CALENDAR: Book real time slots with a live calendar, preventing past date and time bookings (GMT)</a:t>
            </a:r>
          </a:p>
          <a:p>
            <a:endParaRPr lang="en-US" sz="2400" dirty="0"/>
          </a:p>
          <a:p>
            <a:pPr marL="0" indent="0">
              <a:buNone/>
            </a:pPr>
            <a:r>
              <a:rPr lang="en-US" sz="2400" dirty="0"/>
              <a:t>3. ONE-CLICK BOOKING SYSTEM: Reserve sessions instantly with confirmed time slots without double booking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4. INTEGRATED MESSAGING: Secure communication within the platform between clients and consultants </a:t>
            </a:r>
          </a:p>
        </p:txBody>
      </p:sp>
    </p:spTree>
    <p:extLst>
      <p:ext uri="{BB962C8B-B14F-4D97-AF65-F5344CB8AC3E}">
        <p14:creationId xmlns:p14="http://schemas.microsoft.com/office/powerpoint/2010/main" val="35373791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90FA18-7093-430E-BD23-BCEBC00BC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FB736-92A0-43AE-AB02-51FB31B761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Image of 3 tier architecture and how they connect, programing languages for each tier and why,  other technologies (frameworks, </a:t>
            </a:r>
            <a:r>
              <a:rPr lang="en-US" dirty="0" err="1"/>
              <a:t>etc</a:t>
            </a:r>
            <a:r>
              <a:rPr lang="en-US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1270091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923D41"/>
      </a:dk2>
      <a:lt2>
        <a:srgbClr val="AAC3EC"/>
      </a:lt2>
      <a:accent1>
        <a:srgbClr val="4472C4"/>
      </a:accent1>
      <a:accent2>
        <a:srgbClr val="C56728"/>
      </a:accent2>
      <a:accent3>
        <a:srgbClr val="A5A5A5"/>
      </a:accent3>
      <a:accent4>
        <a:srgbClr val="FFC000"/>
      </a:accent4>
      <a:accent5>
        <a:srgbClr val="5B9BD5"/>
      </a:accent5>
      <a:accent6>
        <a:srgbClr val="C09B74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3" id="{43679034-79EA-4C15-9A71-1EF1E1074EAF}" vid="{7FD254AA-BBEA-4868-8697-6021C48FEDD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551</Words>
  <Application>Microsoft Macintosh PowerPoint</Application>
  <PresentationFormat>Widescreen</PresentationFormat>
  <Paragraphs>53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MAAME AFUA S. KOME-MENSAH</vt:lpstr>
      <vt:lpstr>Maame Afua is building ConsultEASE – a website that helps individuals interact with business consultants in our company without needing personal connections.   It solves the frustrating search for professional advice by creating a simple platform where clients can easily book consultations, and consultants can have sessions with them to share structured guidance – all in one organized place</vt:lpstr>
      <vt:lpstr>PowerPoint Presentation</vt:lpstr>
      <vt:lpstr>About ConsultEase</vt:lpstr>
      <vt:lpstr>User / Customer</vt:lpstr>
      <vt:lpstr>Main Functions of the Website</vt:lpstr>
      <vt:lpstr>Architecture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 &lt;Letter&gt;</dc:title>
  <dc:creator>Todd Warren</dc:creator>
  <cp:lastModifiedBy>Maame Afua Sarpong Kome-Mensah</cp:lastModifiedBy>
  <cp:revision>23</cp:revision>
  <dcterms:created xsi:type="dcterms:W3CDTF">2020-09-23T20:07:55Z</dcterms:created>
  <dcterms:modified xsi:type="dcterms:W3CDTF">2025-12-18T11:58:08Z</dcterms:modified>
</cp:coreProperties>
</file>